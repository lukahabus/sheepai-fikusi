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ula\Desktop\sheep ai\sheepai-fikusi\_pptx_render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ula\Desktop\sheep ai\sheepai-fikusi\_pptx_render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ula\Desktop\sheep ai\sheepai-fikusi\_pptx_render\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ula\Desktop\sheep ai\sheepai-fikusi\_pptx_render\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ula\Desktop\sheep ai\sheepai-fikusi\_pptx_render\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ula\Desktop\sheep ai\sheepai-fikusi\_pptx_render\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ula\Desktop\sheep ai\sheepai-fikusi\_pptx_render\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Ae!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Ae! ? Split Di?pet, Zero Concrete</dc:title>
  <dc:subject>Ae! pitch deck rendered from HTML</dc:subject>
  <dc:creator>Paula</dc:creator>
  <cp:lastModifiedBy>Paula</cp:lastModifiedBy>
  <cp:revision>1</cp:revision>
  <dcterms:created xsi:type="dcterms:W3CDTF">2026-05-16T15:35:57Z</dcterms:created>
  <dcterms:modified xsi:type="dcterms:W3CDTF">2026-05-16T15:35:57Z</dcterms:modified>
</cp:coreProperties>
</file>